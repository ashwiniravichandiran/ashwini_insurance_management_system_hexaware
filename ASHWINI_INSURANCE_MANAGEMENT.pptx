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71" r:id="rId8"/>
    <p:sldId id="261" r:id="rId9"/>
    <p:sldId id="262" r:id="rId10"/>
    <p:sldId id="268" r:id="rId11"/>
    <p:sldId id="263" r:id="rId12"/>
    <p:sldId id="264" r:id="rId13"/>
    <p:sldId id="265" r:id="rId14"/>
    <p:sldId id="269" r:id="rId15"/>
    <p:sldId id="266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59C7-6486-BE19-37DB-0090110FC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DE503-2D2E-5801-C953-5384B6AE5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DB896-70D4-2821-27CC-83399799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AE002-0B30-8CEE-CAB9-D9B5272C3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0FF5B-460E-4588-DCDE-4BD1C90D4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737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0EF59-C450-5144-3EDF-2FDFB25A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53D69-3C08-471D-49F8-7DAB43252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0F667-113C-F23F-A642-1BC02F7D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4B708-159F-5465-6E34-5D0017A1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3B74A-16F2-4799-6056-1ABDF6F6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262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976F-0238-6B0B-399C-14C0E9F7B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22CD3-8A86-F55B-8012-EBD13F3A8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81E8-CAA3-1393-9C32-3DE14DCE5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4D013-F1C1-E4B1-9C07-BEF4D4FE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F9CBB-2917-D38C-8047-3424ABB5C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691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F02D-B51E-90FD-3FE0-29675BF4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D293B-651E-86DB-DFBB-C1E222DD4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23386-7520-793D-2500-BF45BA6FE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E1FE47-ADDB-86E7-8661-0AA57697F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11BC5-49E4-4673-4CB6-110E008E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258DF-5B7D-6EA0-0793-49F11023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42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D839-0B4A-2E06-E6F0-20472953A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32639-7989-9270-ED2A-10D071CBF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C539D-D31B-A766-749F-19A654BE4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87ACE-14F2-84A9-2C55-081AE3EAB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3FD7E-A77D-F90E-CB67-16EF550026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4DF9C4-45F4-9218-358C-543789152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32078A-6AEC-C674-A84D-DD3574EBD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4171C5-926D-2897-A6B9-72EAE825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070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4884-1E0A-E0AD-196E-53904430E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2CF88-1D25-DCC4-E97A-C98CC1383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1526F-A07D-E173-6AD2-F1C5552F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B38A6-B2B1-A88C-C372-C87CAACE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23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30BAA0-F516-F5D6-858E-DFEA47E7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E75B2-0D8A-AFFF-EB79-3EC3BF7D9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C0E9-4011-DE39-F279-CC38D42E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1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F319-6DBC-C0D2-A0C1-0E506E31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3F9A9-580B-8832-AC60-EE8583D56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69870-173D-DBD1-95F5-794757218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66000-270D-8018-5160-3A65AC95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49800-394B-05B5-3A3C-F14B200BF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D814A-2581-DE0B-6212-D5E3AE00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78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44343-BB46-F561-4894-615A8F24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2CF521-33C0-2EBF-F2DF-9D51EC8BB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730CE-1CC5-5B1D-149D-B9965DD07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18D93-C1F1-F4F1-368E-18F5B9485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28FD3-9B05-2AAF-2FD9-48907AC6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3FC26-5101-965C-874D-296C899AA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87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2815-4B5F-4E93-0A4E-7CB377393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7EA88-1612-7593-3B61-C9A00ECDC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F7FB3-DD2D-B4EC-89F0-172C54A3F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20A94-8D9D-32CF-3206-EBD3CA11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98D59-AC50-FDD5-FEF8-F9F062B5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132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AF4CA5-A0AF-5040-EFEC-C6F252D4E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E5DC02-129B-328F-63C1-B47DE7F9AE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CD876-D178-4DBA-C8FE-46132C08D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03DDF-8EBC-D209-738F-ECEEA0C6C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31733-74F0-AA7A-103D-0D24DF11A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61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A72022-F853-CCC2-0F8B-0D7C43E2B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53833-17F6-F178-D1F2-1F1CB32A6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A0BCB-D2CE-3336-9C33-FF0F6601D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81F15-9EE8-492C-887C-5BA913BFC0C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35318-E751-5C64-48A4-A2E25180D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4BE0D-796C-21DB-1EE7-5BFB25906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60D7A3-C002-4B2B-9F96-B74DCB3243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38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B48AE-62E5-A7AC-48A2-BDD2298F9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Vehicle Insurance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4A365-EAD0-7739-2506-32FED429F4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0822" y="4079875"/>
            <a:ext cx="3320715" cy="1655762"/>
          </a:xfrm>
        </p:spPr>
        <p:txBody>
          <a:bodyPr>
            <a:normAutofit/>
          </a:bodyPr>
          <a:lstStyle/>
          <a:p>
            <a:endParaRPr lang="en-IN" dirty="0"/>
          </a:p>
          <a:p>
            <a:pPr algn="l"/>
            <a:r>
              <a:rPr lang="en-IN" sz="3200" dirty="0"/>
              <a:t>Name: Ashwini R</a:t>
            </a:r>
          </a:p>
          <a:p>
            <a:pPr algn="l"/>
            <a:r>
              <a:rPr lang="en-IN" sz="3200" dirty="0"/>
              <a:t>Trainer: Javeed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1E8866-497E-D792-6E8F-2D6B85ABF206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2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4DF2F-D44F-0467-3F4F-19DAB524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BB954-9B58-8C14-4CD6-510C07A82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864" y="1825625"/>
            <a:ext cx="9363456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 web-based application to manage vehicle insurance processes.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Automates policy creation, claims, and premium calculation.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Provides secure and user-friendly interface for customers and admins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FF4DAD-0AD8-9324-48F0-8DFE5DEAA31E}"/>
              </a:ext>
            </a:extLst>
          </p:cNvPr>
          <p:cNvSpPr/>
          <p:nvPr/>
        </p:nvSpPr>
        <p:spPr>
          <a:xfrm>
            <a:off x="310896" y="301752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96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03DC3-8485-B28A-D46E-EA968D3A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19A3A51-5C7F-DCE2-1E14-180B80FD47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62328" y="1929372"/>
            <a:ext cx="712060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Simplify insurance policy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Automate claim processing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 secure authentication using JWT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 real-time premium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 user experience with responsive UI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D7C6C5-25BA-7017-0DB7-BBEA37D4C36A}"/>
              </a:ext>
            </a:extLst>
          </p:cNvPr>
          <p:cNvSpPr/>
          <p:nvPr/>
        </p:nvSpPr>
        <p:spPr>
          <a:xfrm>
            <a:off x="310896" y="301752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03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BD76F-A57A-F4EC-BFA0-C2D55837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ABC9-1BA7-63CE-89EA-CA6C8AB46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Frontend:</a:t>
            </a:r>
            <a:endParaRPr lang="en-IN" dirty="0"/>
          </a:p>
          <a:p>
            <a:r>
              <a:rPr lang="en-IN" dirty="0"/>
              <a:t>React.js </a:t>
            </a:r>
          </a:p>
          <a:p>
            <a:r>
              <a:rPr lang="en-IN" dirty="0"/>
              <a:t>Redux Toolkit </a:t>
            </a:r>
          </a:p>
          <a:p>
            <a:r>
              <a:rPr lang="en-IN" dirty="0"/>
              <a:t>Axios </a:t>
            </a:r>
          </a:p>
          <a:p>
            <a:pPr marL="0" indent="0">
              <a:buNone/>
            </a:pPr>
            <a:r>
              <a:rPr lang="en-IN" b="1" dirty="0"/>
              <a:t>Backend:</a:t>
            </a:r>
            <a:endParaRPr lang="en-IN" dirty="0"/>
          </a:p>
          <a:p>
            <a:r>
              <a:rPr lang="en-IN" dirty="0"/>
              <a:t>Spring Boot </a:t>
            </a:r>
          </a:p>
          <a:p>
            <a:r>
              <a:rPr lang="en-IN" dirty="0"/>
              <a:t>Spring Security (JWT) </a:t>
            </a:r>
          </a:p>
          <a:p>
            <a:r>
              <a:rPr lang="en-IN" dirty="0"/>
              <a:t>Spring Data JPA</a:t>
            </a:r>
          </a:p>
          <a:p>
            <a:pPr marL="0" indent="0">
              <a:buNone/>
            </a:pPr>
            <a:r>
              <a:rPr lang="en-IN" b="1" dirty="0"/>
              <a:t>Database:</a:t>
            </a:r>
            <a:endParaRPr lang="en-IN" dirty="0"/>
          </a:p>
          <a:p>
            <a:r>
              <a:rPr lang="en-IN" dirty="0"/>
              <a:t>MySQL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64478D-ED3A-1DCA-8256-03A8069B8050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334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892B-CD99-82F1-56C0-900D51B1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1335C6-8A66-8948-596B-A3D57CCE7E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44052" y="1736229"/>
            <a:ext cx="8050217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 Registration &amp; 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JWT-based Authentication (30 min session expiry)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Policy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Premium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Claim Handling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Email Notification Service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Role-based Access (Admin/User)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F6E791-88D7-7287-BA6C-DF3787FE27C0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04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B19C1D-772C-F24E-451C-B9B1C0A06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1716" y="753626"/>
            <a:ext cx="9684134" cy="50214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690F62-4BD4-3281-078C-399DB0FE8A00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471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43E671-80C1-A36A-D48E-02619EB8C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6112" y="860983"/>
            <a:ext cx="10488168" cy="48866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865BE2-587A-944C-27E8-6728CA399B7A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085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A3AD-15DC-7557-32A8-A6D73B682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4A0155-77D1-BE81-059E-F844B9ECB3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0326" y="1645573"/>
            <a:ext cx="437548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Policy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Proposal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Claim Module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Payment Module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16470B-7C03-989B-95C9-1E2EF13634EE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450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C7ED-7BA6-403D-BA4B-AB03C009A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Claim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A18785-15DB-533C-5A67-2A7DD765EC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2600" y="1786685"/>
            <a:ext cx="8706853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Only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 active claim allowed per policy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Tracks claim status (Pending / Approved / Rejected)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Prevents duplicate claims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Improves system reliability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2DF10A-C674-BAF3-9CF3-56F2AB6AC8C9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778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AC10E0-2747-15E5-535A-858B2BB35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1894" y="1132289"/>
            <a:ext cx="9868212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3BB536-7A72-961E-C540-E86695D91C75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22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C506-911E-1E59-CC6B-A49AF6784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A55659-B0CF-7620-5825-A22808A86C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9528" y="1813636"/>
            <a:ext cx="5382756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JWT Token Authentication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Token expires in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30 minutes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Axios Interceptor used to: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Attach token automatically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Handle session expiry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8B669-BEDB-3307-540B-422659329B0A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018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85E4-D706-403D-909E-17AB940B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8719B0-01B7-29B5-51F3-9AC210DFB6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8874" y="1690688"/>
            <a:ext cx="544668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RESTful APIs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DTO &amp; Exception Handling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Validation implemented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JUnit Test Cases for services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Lombok for cleaner code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3B830-9767-892F-6F36-BDA432A5FD88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679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1FEE-4C32-5EC3-2DB6-544A3414A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E971DF-37B4-1237-CF75-C2214D2902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4355" y="2259449"/>
            <a:ext cx="7563289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Responsive UI using React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State management using Redux Toolkit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API integration using Axios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Navigation using React Router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79F51-01C5-B2D6-E1A6-5A3BB87B2A22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672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53337-88F1-BEAF-AA70-6066073D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F18070-2E25-C1C9-41D8-4246DF4FD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6818" y="1574416"/>
            <a:ext cx="9271974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952D2C-0485-9B0E-FF62-FF2AD6B05517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018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1D201-AC00-9E32-2C26-8BF1B8F8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4B202C-77D2-822A-9A9B-D3197A63F4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42146" y="2259449"/>
            <a:ext cx="8630653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Tables: User, Policy, Claim, Proposal,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UserPolicy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Relationships maintained using foreign keys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Constraints added for data integrity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D88554-559D-CFB9-05E0-97D46B042AF5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956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96869-649B-F42E-23DB-D8B21F279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517" y="1172482"/>
            <a:ext cx="8679774" cy="43513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0B94F7A-F00F-3C0A-A7D2-2D51394DD714}"/>
              </a:ext>
            </a:extLst>
          </p:cNvPr>
          <p:cNvSpPr/>
          <p:nvPr/>
        </p:nvSpPr>
        <p:spPr>
          <a:xfrm>
            <a:off x="310896" y="302656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929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F0F4-5E76-B090-444B-E9477A98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9B41D0-526D-3EBD-4C9B-F2FE56D930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74064" y="2005423"/>
            <a:ext cx="1007973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Successfully built a full-stack insurance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Improved automation and 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Gained hands-on experience in real-world application development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9F4244-FFAB-6995-9291-E6D4A599688F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96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41980-C4F1-018E-6977-FC41BE6A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880" y="2614549"/>
            <a:ext cx="2974848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THANK YOU</a:t>
            </a:r>
            <a:br>
              <a:rPr lang="en-IN" dirty="0"/>
            </a:b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092830-EDAB-23C9-944B-40082549E6A3}"/>
              </a:ext>
            </a:extLst>
          </p:cNvPr>
          <p:cNvSpPr/>
          <p:nvPr/>
        </p:nvSpPr>
        <p:spPr>
          <a:xfrm>
            <a:off x="310896" y="292608"/>
            <a:ext cx="11558016" cy="63185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53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262</Words>
  <Application>Microsoft Office PowerPoint</Application>
  <PresentationFormat>Widescreen</PresentationFormat>
  <Paragraphs>80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Wingdings</vt:lpstr>
      <vt:lpstr>Office Theme</vt:lpstr>
      <vt:lpstr>Vehicle Insurance Management System</vt:lpstr>
      <vt:lpstr>Introduction </vt:lpstr>
      <vt:lpstr>Objectives</vt:lpstr>
      <vt:lpstr>Technologies Used</vt:lpstr>
      <vt:lpstr>Key Features</vt:lpstr>
      <vt:lpstr>PowerPoint Presentation</vt:lpstr>
      <vt:lpstr>PowerPoint Presentation</vt:lpstr>
      <vt:lpstr>Modules</vt:lpstr>
      <vt:lpstr>Claim Management</vt:lpstr>
      <vt:lpstr>PowerPoint Presentation</vt:lpstr>
      <vt:lpstr>Security Implementation</vt:lpstr>
      <vt:lpstr>Backend Features</vt:lpstr>
      <vt:lpstr>Frontend Features</vt:lpstr>
      <vt:lpstr>Dashboard</vt:lpstr>
      <vt:lpstr>Database Design</vt:lpstr>
      <vt:lpstr>PowerPoint Presentation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3</cp:revision>
  <dcterms:created xsi:type="dcterms:W3CDTF">2026-04-01T04:01:15Z</dcterms:created>
  <dcterms:modified xsi:type="dcterms:W3CDTF">2026-04-01T05:02:26Z</dcterms:modified>
</cp:coreProperties>
</file>